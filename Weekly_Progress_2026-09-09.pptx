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Weekly Progress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FD8E8"/>
                </a:solidFill>
              </a:defRPr>
            </a:pPr>
            <a:r>
              <a:t>Minggu A–B (1–12 Sep 2026) vs. Roadmap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9AA5B8"/>
                </a:solidFill>
              </a:defRPr>
            </a:pPr>
            <a:r>
              <a:t>Disusun 9 Sep, diperbarui 12 September 2026 — berdasarkan git history repo teras_umkm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4A"/>
                </a:solidFill>
              </a:defRPr>
            </a:pPr>
            <a:r>
              <a:t>🎉 Kabar baik: DOKU telah menyetujui aplikasi merchant kita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F6FED"/>
                </a:solidFill>
              </a:defRPr>
            </a:pPr>
            <a:r>
              <a:t>BAGIAN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F2E"/>
                </a:solidFill>
              </a:defRPr>
            </a:pPr>
            <a:r>
              <a:t>Rekap Minggu A–B (1–12 Sep 2026) vs. Target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Finalisasi Snackbox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F6E"/>
                </a:solidFill>
              </a:defRPr>
            </a:pPr>
            <a:r>
              <a:t>Target Minggu A (selesai 6 Sep) — Snackbox v1 tayang, checkout/keranjang/pencarian sepenuhnya QA.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411480"/>
            <a:ext cx="2377440" cy="365760"/>
          </a:xfrm>
          <a:prstGeom prst="rect">
            <a:avLst/>
          </a:prstGeom>
          <a:solidFill>
            <a:srgbClr val="C98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MAJU / SEBAGIAN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8B4A"/>
                </a:solidFill>
              </a:defRPr>
            </a:pPr>
            <a:r>
              <a:t>Sudah tercapai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03327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Pencarian kelurahan nasional + deteksi lokasi GPS/IP otomatis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Commit 49c0d07 (9 Sep): perombakan besar halaman, cart, product card, category tabs, header, context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Data dummy mock-snackbox.ts dipangkas signifikan (378 baris)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Deteksi ulang lokasi otomatis (re-deteksi GPS/IP saat pengguna berpindah)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363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Belum tercapai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83864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QA khusus slider bagi hasil 15–20% dan pencarian kategori merchant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Bug bash menyeluruh yang terdokumentasi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Pernyataan rilis resmi "Snackbox v1"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555F6E"/>
                </a:solidFill>
              </a:defRPr>
            </a:pPr>
            <a:r>
              <a:t>Perombakan besar sudah ter-commit — progres nyata, tapi belum bisa disebut v1 selesai.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Finalisasi Sistem Komunitas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F6E"/>
                </a:solidFill>
              </a:defRPr>
            </a:pPr>
            <a:r>
              <a:t>Target Minggu B (7–13 Sep) — 11 modul QA mobile &amp; performa, lalu feature-freeze.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411480"/>
            <a:ext cx="2377440" cy="365760"/>
          </a:xfrm>
          <a:prstGeom prst="rect">
            <a:avLst/>
          </a:prstGeom>
          <a:solidFill>
            <a:srgbClr val="C98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MAJU / SEBAGIAN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8B4A"/>
                </a:solidFill>
              </a:defRPr>
            </a:pPr>
            <a:r>
              <a:t>Sudah tercapai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03327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Harga/badge berbayar, persistensi diskusi/galeri/produk, restrukturisasi CMS admin (Minggu A)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Hotfix payout referral multi-tier: bug mode NOMINAL salah hitung + kebocoran dana ke fallback hardcode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Self-check test baru: referral-payout.test.ts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Perbaikan terhubung di shu-calculator, community-referral, wallet, dan UI komunitas terkait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Skema Prisma baru: referrerId per-komunitas, commissionMethod, isRecruitmentLocked, orderId unik (anti double-credit)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Konsolidasi single-source-of-truth: community-badge.ts &amp; community-templates.ts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Fitur baru: CommunityNavLink + CommunityPickerModal — pengalih cepat antar komunitas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3639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Belum tercapai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8386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QA menyeluruh mobile untuk seluruh 11 modul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Sign-off &amp; feature-freeze resmi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555F6E"/>
                </a:solidFill>
              </a:defRPr>
            </a:pPr>
            <a:r>
              <a:t>Hotfix keuangan (referral &amp; SHU), skema baru, dan konsolidasi badge/template penting untuk integritas data sebelum feature-freeze — masih di working tree, belum di-commit.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Integrasi Pembayaran &amp; Pengiriman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F6E"/>
                </a:solidFill>
              </a:defRPr>
            </a:pPr>
            <a:r>
              <a:t>Target Minggu C (14–20 Sep) — payment gateway pesanan, pelacakan kurir, sinkronisasi status menyeluruh.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411480"/>
            <a:ext cx="2377440" cy="365760"/>
          </a:xfrm>
          <a:prstGeom prst="rect">
            <a:avLst/>
          </a:prstGeom>
          <a:solidFill>
            <a:srgbClr val="C98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MAJU / SEBAGIAN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8B4A"/>
                </a:solidFill>
              </a:defRPr>
            </a:pPr>
            <a:r>
              <a:t>Sudah tercapai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DOKU menyetujui aplikasi merchant kita (akun tersedia, verifikasi produksi menyusul)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payment-gateway.ts: lapisan abstraksi vendor-agnostic DOKU + Midtrans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doku.ts: klien DOKU dengan signature HMAC-SHA256 resmi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payment-purposes.ts: logika checkout JOIN_FEE / SAVINGS / COIN_TOPUP, independen dari vendor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Menukar gateway aktif = 1 env var (PAYMENT_GATEWAY_PRIMARY), tanpa ubah route/UI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Route API lengkap (400 baris): checkout+verify untuk /api/payment &amp; /api/doku, dengan idempotensi orderId anti double-credit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1071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Belum tercapai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58184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Sinkronisasi status pelacakan kurir/pengiriman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Pipeline status pesanan → pembayaran → pengiriman untuk checkout marketplace utama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Rekonsiliasi webhook DOKU end-to-end di produksi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555F6E"/>
                </a:solidFill>
              </a:defRPr>
            </a:pPr>
            <a:r>
              <a:t>Mulai lebih awal dari jadwal berkat persetujuan DOKU; route checkout/verify kini terimplementasi penuh dengan idempotensi. Gateway ini baru menutup join-fee/savings/coin-topup, belum checkout pesanan produk. Belum di-commit.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Peningkatan 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F6E"/>
                </a:solidFill>
              </a:defRPr>
            </a:pPr>
            <a:r>
              <a:t>Target Minggu D (21–27 Sep) — navigasi, pelacakan progres, sertifikat, dan alat admin.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411480"/>
            <a:ext cx="2377440" cy="365760"/>
          </a:xfrm>
          <a:prstGeom prst="rect">
            <a:avLst/>
          </a:prstGeom>
          <a:solidFill>
            <a:srgbClr val="C98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MAJU / SEBAGIAN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8B4A"/>
                </a:solidFill>
              </a:defRPr>
            </a:pPr>
            <a:r>
              <a:t>Sudah tercapai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✓  Sertifikat penyelesaian, aturan video LMS, dan manajemen kursus CMS dirilis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1343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</a:defRPr>
            </a:pPr>
            <a:r>
              <a:t>Belum tercapai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6090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Peningkatan UX navigasi kursus dan modul</a:t>
            </a:r>
          </a:p>
          <a:p>
            <a:pPr>
              <a:spcAft>
                <a:spcPts val="500"/>
              </a:spcAft>
              <a:defRPr sz="1250">
                <a:solidFill>
                  <a:srgbClr val="1A1F2E"/>
                </a:solidFill>
              </a:defRPr>
            </a:pPr>
            <a:r>
              <a:t>✗  Optimasi performa dan caching pada halaman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i="1">
                <a:solidFill>
                  <a:srgbClr val="555F6E"/>
                </a:solidFill>
              </a:defRPr>
            </a:pPr>
            <a:r>
              <a:t>Tidak ada perubahan baru minggu ini di luar yang sudah dilaporkan sebelumnya.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Jalur Paralel (berjalan sepanjang bulan)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1600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wrap="square"/>
          <a:lstStyle/>
          <a:p>
            <a:pPr algn="ctr">
              <a:defRPr sz="1700" b="1">
                <a:solidFill>
                  <a:srgbClr val="1A1F2E"/>
                </a:solidFill>
              </a:defRPr>
            </a:pPr>
            <a:r>
              <a:t>Kepatuhan Pajak Indonesia</a:t>
            </a:r>
          </a:p>
          <a:p>
            <a:pPr>
              <a:spcBef>
                <a:spcPts val="400"/>
              </a:spcBef>
              <a:defRPr sz="1200">
                <a:solidFill>
                  <a:srgbClr val="555F6E"/>
                </a:solidFill>
              </a:defRPr>
            </a:pPr>
            <a:r>
              <a:t>Belum ada progres — tidak ditemukan commit terkait field pajak, invoice PPN/e-Faktur, atau draf pelaporan.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052560" y="1188720"/>
            <a:ext cx="237744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BELUM TERCAPAI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0698480" cy="1600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wrap="square"/>
          <a:lstStyle/>
          <a:p>
            <a:pPr algn="ctr">
              <a:defRPr sz="1700" b="1">
                <a:solidFill>
                  <a:srgbClr val="1A1F2E"/>
                </a:solidFill>
              </a:defRPr>
            </a:pPr>
            <a:r>
              <a:t>Inisiasi ISO 27001</a:t>
            </a:r>
          </a:p>
          <a:p>
            <a:pPr>
              <a:spcBef>
                <a:spcPts val="400"/>
              </a:spcBef>
              <a:defRPr sz="1200">
                <a:solidFill>
                  <a:srgbClr val="555F6E"/>
                </a:solidFill>
              </a:defRPr>
            </a:pPr>
            <a:r>
              <a:t>Fondasi teknis kini RESMI TER-COMMIT (49c0d07): audit log, auth guards, rate limiting, hashing password bcrypt, penghapusan file upload aman, cron purge audit log. Gap assessment formal &amp; kebijakan tertulis masih belum 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2971800"/>
            <a:ext cx="2377440" cy="365760"/>
          </a:xfrm>
          <a:prstGeom prst="rect">
            <a:avLst/>
          </a:prstGeom>
          <a:solidFill>
            <a:srgbClr val="22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TERCAPAI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09160"/>
            <a:ext cx="10698480" cy="1600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wrap="square"/>
          <a:lstStyle/>
          <a:p>
            <a:pPr algn="ctr">
              <a:defRPr sz="1700" b="1">
                <a:solidFill>
                  <a:srgbClr val="1A1F2E"/>
                </a:solidFill>
              </a:defRPr>
            </a:pPr>
            <a:r>
              <a:t>Peningkatan Sistem Verifikasi</a:t>
            </a:r>
          </a:p>
          <a:p>
            <a:pPr>
              <a:spcBef>
                <a:spcPts val="400"/>
              </a:spcBef>
              <a:defRPr sz="1200">
                <a:solidFill>
                  <a:srgbClr val="555F6E"/>
                </a:solidFill>
              </a:defRPr>
            </a:pPr>
            <a:r>
              <a:t>Perbaikan pada auth.ts, webhook Didit, dan route status/simulasi KYC kini SUDAH TER-COMMIT (49c0d07) — bukan lagi perubahan yang belum tersimpan.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4754880"/>
            <a:ext cx="2377440" cy="365760"/>
          </a:xfrm>
          <a:prstGeom prst="rect">
            <a:avLst/>
          </a:prstGeom>
          <a:solidFill>
            <a:srgbClr val="22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TERCAPAI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F2E"/>
                </a:solidFill>
              </a:defRPr>
            </a:pPr>
            <a:r>
              <a:t>Ringkasan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5156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5394960"/>
              </a:tblGrid>
              <a:tr h="60579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Inisiatif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Target Minggu Ini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Snackbox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Minggu A (selesai 6 Sep)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Perombakan besar ter-commit, belum rilis v1 resmi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Sistem Komunitas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Minggu B (s.d. 13 Sep)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Maju pesat + hotfix payout referral, skema referrer/idempotensi baru, konsolidasi badge/template; QA &amp; freeze belum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Pembayaran &amp; Pengiriman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Minggu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Mulai lebih awal — route checkout/verify DOKU &amp; Midtrans lengkap dengan idempotensi; shipping belum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LMS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Minggu 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Mulai lebih awal (sertifikat &amp; CMS kursus rilis)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Pajak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Berjalan sepanjang bulan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Belum ada progres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ISO 27001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Berjalan sepanjang bulan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Kontrol teknis ter-commit; gap assessment formal belum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Verifikasi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Berjalan sepanjang bulan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F2E"/>
                          </a:solidFill>
                        </a:defRPr>
                      </a:pPr>
                      <a:r>
                        <a:t>Perbaikan reliabilitas ter-commit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Kabar Baik &amp; Risiko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8B4A"/>
                </a:solidFill>
              </a:defRPr>
            </a:pPr>
            <a:r>
              <a:t>🎉 DOKU menyetujui aplikasi merchant kita — membuka jalur produksi payment gateway kedua begitu verifikasi akun selesai.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CFD8E8"/>
                </a:solidFill>
              </a:defRPr>
            </a:pPr>
            <a:r>
              <a:t>Snackbox v1 — prioritas #1 roadmap — masih belum dinyatakan selesai meski sudah dirombak signifikan.</a:t>
            </a:r>
          </a:p>
          <a:p>
            <a:pPr>
              <a:defRPr sz="1700">
                <a:solidFill>
                  <a:srgbClr val="CFD8E8"/>
                </a:solidFill>
              </a:defRPr>
            </a:pPr>
            <a:r>
              <a:t>Working tree menumpuk pekerjaan besar belum di-commit selama 3 hari: route pembayaran (DOKU/Midtrans) dengan idempotensi, hotfix payout referral, perubahan skema Prisma, dan konsolidasi badge/template komunitas — prioritaskan review &amp; commit sebelum menumpuk risiko konflik atau kehilangan pekerjaan.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